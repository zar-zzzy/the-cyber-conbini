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eac4046a584e03" /><Relationship Type="http://schemas.openxmlformats.org/officeDocument/2006/relationships/extended-properties" Target="/docProps/app.xml" Id="R97f8427bd1e04ab4" /><Relationship Type="http://schemas.openxmlformats.org/officeDocument/2006/relationships/officeDocument" Target="/ppt/presentation.xml" Id="Ra05864ebcd4245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8425130f42419d"/>
  </p:sldMasterIdLst>
  <p:notesMasterIdLst>
    <p:notesMasterId xmlns:r="http://schemas.openxmlformats.org/officeDocument/2006/relationships" r:id="R837d3b8fb77d41f4"/>
  </p:notesMasterIdLst>
  <p:sldIdLst>
    <p:sldId xmlns:r="http://schemas.openxmlformats.org/officeDocument/2006/relationships" id="256" r:id="Rb5c0bdb17bd040b8"/>
    <p:sldId xmlns:r="http://schemas.openxmlformats.org/officeDocument/2006/relationships" id="257" r:id="R72d57fea91cb427c"/>
    <p:sldId xmlns:r="http://schemas.openxmlformats.org/officeDocument/2006/relationships" id="258" r:id="Recbb6744942b4a95"/>
    <p:sldId xmlns:r="http://schemas.openxmlformats.org/officeDocument/2006/relationships" id="259" r:id="R129f67c791e148ad"/>
    <p:sldId xmlns:r="http://schemas.openxmlformats.org/officeDocument/2006/relationships" id="260" r:id="R5487a885ce9648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ffe27ca5894caf" /><Relationship Type="http://schemas.openxmlformats.org/officeDocument/2006/relationships/slideMaster" Target="/ppt/slideMasters/slideMaster1.xml" Id="R808425130f42419d" /><Relationship Type="http://schemas.openxmlformats.org/officeDocument/2006/relationships/notesMaster" Target="/ppt/notesMasters/notesMaster1.xml" Id="R837d3b8fb77d41f4" /><Relationship Type="http://schemas.openxmlformats.org/officeDocument/2006/relationships/presProps" Target="/ppt/presProps.xml" Id="R76d3b789982e442a" /><Relationship Type="http://schemas.openxmlformats.org/officeDocument/2006/relationships/tableStyles" Target="/ppt/tableStyles.xml" Id="R850cdea3248e45d5" /><Relationship Type="http://schemas.openxmlformats.org/officeDocument/2006/relationships/slide" Target="/ppt/slides/slide1.xml" Id="Rb5c0bdb17bd040b8" /><Relationship Type="http://schemas.openxmlformats.org/officeDocument/2006/relationships/slide" Target="/ppt/slides/slide2.xml" Id="R72d57fea91cb427c" /><Relationship Type="http://schemas.openxmlformats.org/officeDocument/2006/relationships/slide" Target="/ppt/slides/slide3.xml" Id="Recbb6744942b4a95" /><Relationship Type="http://schemas.openxmlformats.org/officeDocument/2006/relationships/slide" Target="/ppt/slides/slide4.xml" Id="R129f67c791e148ad" /><Relationship Type="http://schemas.openxmlformats.org/officeDocument/2006/relationships/slide" Target="/ppt/slides/slide5.xml" Id="R5487a885ce9648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53ff9ca5f541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0c8ed425ae4c0b" /><Relationship Type="http://schemas.openxmlformats.org/officeDocument/2006/relationships/notesMaster" Target="/ppt/notesMasters/notesMaster1.xml" Id="Rea59d96214264a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68251f5f554de6" /><Relationship Type="http://schemas.openxmlformats.org/officeDocument/2006/relationships/notesMaster" Target="/ppt/notesMasters/notesMaster1.xml" Id="Rc242d2c770cb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5af970214b401d" /><Relationship Type="http://schemas.openxmlformats.org/officeDocument/2006/relationships/notesMaster" Target="/ppt/notesMasters/notesMaster1.xml" Id="R9c73538111874d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c8ad3a76ca4434" /><Relationship Type="http://schemas.openxmlformats.org/officeDocument/2006/relationships/notesMaster" Target="/ppt/notesMasters/notesMaster1.xml" Id="Rf16523e1623c4d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67c265801b4901" /><Relationship Type="http://schemas.openxmlformats.org/officeDocument/2006/relationships/notesMaster" Target="/ppt/notesMasters/notesMaster1.xml" Id="Rd9f635244992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propia de Assets/Scenes/Conbini_Main.unity, vista de caja. La demo se entrega sin audio.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Assets/Data/Challenges/Module1ChallengeCatalog.asset y GDD breve. Captura propia del reto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propia de Conbini_Main en Play Mode. Comportamiento verificado manualmente y mediante pruebas Play Mode.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 Mode: resultado Unity TestResults.xml del 25/09/2026, 109 aprobadas. Play Mode: Unity MCP, 11 aprobadas. Build StandaloneWindows64, 0 errores y 0 advertencias. Captura propia.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 Assets/Documentation/CREDITS.md y ASSET_LICENSES.md para enlaces, licencias y estado de cada asset. La versión concreta de CC BY de Wayneer requiere confirmación antes de distribución pública.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7042b9625d4b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b4506634504201" /><Relationship Type="http://schemas.openxmlformats.org/officeDocument/2006/relationships/slideLayout" Target="/ppt/slideLayouts/slideLayout1.xml" Id="Rec8b9357f27945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8b9357f27945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58ff10aa14ece" /><Relationship Type="http://schemas.openxmlformats.org/officeDocument/2006/relationships/image" Target="/ppt/media/image.png" Id="Rc14429d03fc6432e" /><Relationship Type="http://schemas.openxmlformats.org/officeDocument/2006/relationships/notesSlide" Target="/ppt/notesSlides/notesSlide1.xml" Id="R984f47a7840744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ae782cab94b4e" /><Relationship Type="http://schemas.openxmlformats.org/officeDocument/2006/relationships/image" Target="/ppt/media/image2.png" Id="R9fa3e4755dac465b" /><Relationship Type="http://schemas.openxmlformats.org/officeDocument/2006/relationships/notesSlide" Target="/ppt/notesSlides/notesSlide2.xml" Id="R30fccae89ca84f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db2b7fa864b92" /><Relationship Type="http://schemas.openxmlformats.org/officeDocument/2006/relationships/image" Target="/ppt/media/image3.png" Id="R461a5e5f21374947" /><Relationship Type="http://schemas.openxmlformats.org/officeDocument/2006/relationships/notesSlide" Target="/ppt/notesSlides/notesSlide3.xml" Id="R8305eccadde649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ee06f489a487e" /><Relationship Type="http://schemas.openxmlformats.org/officeDocument/2006/relationships/image" Target="/ppt/media/image4.png" Id="R41ea676363a04b7f" /><Relationship Type="http://schemas.openxmlformats.org/officeDocument/2006/relationships/notesSlide" Target="/ppt/notesSlides/notesSlide4.xml" Id="R6e960447801844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2e25d46c44b58" /><Relationship Type="http://schemas.openxmlformats.org/officeDocument/2006/relationships/notesSlide" Target="/ppt/notesSlides/notesSlide5.xml" Id="R5711c91c006548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70C53-87B3-49BA-8355-FB1B8523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1F6E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1F6EE"/>
                </a:solidFill>
                <a:latin typeface="Arial"/>
                <a:ea typeface="Arial"/>
                <a:cs typeface="Arial"/>
              </a:rPr>
              <a:t>The Cyber-Conbini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F7716-5AF2-4785-B9FF-08717BBE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3D5D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3D5DA"/>
                </a:solidFill>
                <a:latin typeface="Arial"/>
                <a:ea typeface="Arial"/>
                <a:cs typeface="Arial"/>
              </a:rPr>
              <a:t>Demo jugable del Módulo 1 · Primer turno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429d03fc6432e"/>
          <a:stretch xmlns:a="http://schemas.openxmlformats.org/drawingml/2006/main"/>
        </p:blipFill>
        <p:spPr>
          <a:xfrm xmlns:a="http://schemas.openxmlformats.org/drawingml/2006/main">
            <a:off x="1269960" y="2238375"/>
            <a:ext cx="9652079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18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B8E2F-318B-4DB3-9792-F4BC32B0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1F6E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1F6EE"/>
                </a:solidFill>
                <a:latin typeface="Arial"/>
                <a:ea typeface="Arial"/>
                <a:cs typeface="Arial"/>
              </a:rPr>
              <a:t>Seis retos en una secuencia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9D4AD-1178-4141-B571-1272C22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953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R1  Saludo inicial: print()</a:t>
            </a:r>
          </a:p>
          <a:p xmlns:a="http://schemas.openxmlformats.org/drawingml/2006/main">
            <a:pPr>
              <a:defRPr sz="172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R2  Inicio de turno: print()</a:t>
            </a:r>
          </a:p>
          <a:p xmlns:a="http://schemas.openxmlformats.org/drawingml/2006/main">
            <a:pPr>
              <a:defRPr sz="172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R3  Producto en caja: print()</a:t>
            </a:r>
          </a:p>
          <a:p xmlns:a="http://schemas.openxmlformats.org/drawingml/2006/main">
            <a:pPr>
              <a:defRPr sz="172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R4  Guardar cliente: variable de texto</a:t>
            </a:r>
          </a:p>
          <a:p xmlns:a="http://schemas.openxmlformats.org/drawingml/2006/main">
            <a:pPr>
              <a:defRPr sz="172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R5  Mostrar cliente: asignar e imprimir</a:t>
            </a:r>
          </a:p>
          <a:p xmlns:a="http://schemas.openxmlformats.org/drawingml/2006/main">
            <a:pPr>
              <a:defRPr sz="172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R6  Precio del onigiri: variable numérica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3e4755dac465b"/>
          <a:stretch xmlns:a="http://schemas.openxmlformats.org/drawingml/2006/main"/>
        </p:blipFill>
        <p:spPr>
          <a:xfrm xmlns:a="http://schemas.openxmlformats.org/drawingml/2006/main">
            <a:off x="5857875" y="2321807"/>
            <a:ext cx="5667375" cy="240488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192F3-6EBB-4A87-A195-E2B78881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3EEA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EEAA"/>
                </a:solidFill>
                <a:latin typeface="Arial"/>
                <a:ea typeface="Arial"/>
                <a:cs typeface="Arial"/>
              </a:rPr>
              <a:t>Sin ejecución de Python: validación controlada en C#</a:t>
            </a:r>
          </a:p>
        </p:txBody>
      </p:sp>
    </p:spTree>
    <p:extLst>
      <p:ext uri="{BB962C8B-B14F-4D97-AF65-F5344CB8AC3E}">
        <p14:creationId xmlns:p14="http://schemas.microsoft.com/office/powerpoint/2010/main" val="8709401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B495D-9A99-48EB-B7F4-DB5A314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1F6E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1F6EE"/>
                </a:solidFill>
                <a:latin typeface="Arial"/>
                <a:ea typeface="Arial"/>
                <a:cs typeface="Arial"/>
              </a:rPr>
              <a:t>Interacción de la terminal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a5e5f21374947"/>
          <a:stretch xmlns:a="http://schemas.openxmlformats.org/drawingml/2006/main"/>
        </p:blipFill>
        <p:spPr>
          <a:xfrm xmlns:a="http://schemas.openxmlformats.org/drawingml/2006/main">
            <a:off x="552450" y="2006529"/>
            <a:ext cx="7467600" cy="316879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46C8A-9D21-4A59-BFBF-BAFE866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621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D5D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D5DA"/>
                </a:solidFill>
                <a:latin typeface="Arial"/>
                <a:ea typeface="Arial"/>
                <a:cs typeface="Arial"/>
              </a:rPr>
              <a:t>E  Acercar cámara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27F2E-0B99-483B-965A-CBCD516B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574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3D5D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3D5DA"/>
                </a:solidFill>
                <a:latin typeface="Arial"/>
                <a:ea typeface="Arial"/>
                <a:cs typeface="Arial"/>
              </a:rPr>
              <a:t>Escape  Volver a caja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650F3-81FA-4208-A8DC-F43D14A9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El borrador permanece al volver. La pista, el reinicio y el feedback guían cada intento.</a:t>
            </a:r>
          </a:p>
        </p:txBody>
      </p:sp>
    </p:spTree>
    <p:extLst>
      <p:ext uri="{BB962C8B-B14F-4D97-AF65-F5344CB8AC3E}">
        <p14:creationId xmlns:p14="http://schemas.microsoft.com/office/powerpoint/2010/main" val="2046989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B4E41-18A0-41BF-9B5B-B0CC4C8D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1F6E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1F6EE"/>
                </a:solidFill>
                <a:latin typeface="Arial"/>
                <a:ea typeface="Arial"/>
                <a:cs typeface="Arial"/>
              </a:rPr>
              <a:t>Verificación de la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AD888-BC86-4236-A4BA-211F728A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63EEAA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63EEAA"/>
                </a:solidFill>
                <a:latin typeface="Arial"/>
                <a:ea typeface="Arial"/>
                <a:cs typeface="Arial"/>
              </a:rPr>
              <a:t>109/109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3CF47-ED46-4C20-887A-261E060C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pruebas Edit Mode aprobadas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C9DE-92AD-4720-8DAF-98630CB1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63EEAA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63EEAA"/>
                </a:solidFill>
                <a:latin typeface="Arial"/>
                <a:ea typeface="Arial"/>
                <a:cs typeface="Arial"/>
              </a:rPr>
              <a:t>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0710A-E3D1-4606-8405-A77C7942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428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pruebas Play Mode aprobadas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a676363a04b7f"/>
          <a:stretch xmlns:a="http://schemas.openxmlformats.org/drawingml/2006/main"/>
        </p:blipFill>
        <p:spPr>
          <a:xfrm xmlns:a="http://schemas.openxmlformats.org/drawingml/2006/main">
            <a:off x="5667375" y="2500464"/>
            <a:ext cx="5857875" cy="248572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BE839-D790-4D67-A66B-6E0B8AE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483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D5D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D5DA"/>
                </a:solidFill>
                <a:latin typeface="Arial"/>
                <a:ea typeface="Arial"/>
                <a:cs typeface="Arial"/>
              </a:rPr>
              <a:t>Build Windows: 0 errores, 0 advertencias</a:t>
            </a:r>
          </a:p>
        </p:txBody>
      </p:sp>
    </p:spTree>
    <p:extLst>
      <p:ext uri="{BB962C8B-B14F-4D97-AF65-F5344CB8AC3E}">
        <p14:creationId xmlns:p14="http://schemas.microsoft.com/office/powerpoint/2010/main" val="4293469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CEA5-DD0D-4395-8170-E64376E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1F6E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1F6EE"/>
                </a:solidFill>
                <a:latin typeface="Arial"/>
                <a:ea typeface="Arial"/>
                <a:cs typeface="Arial"/>
              </a:rPr>
              <a:t>Créditos y siguiente paso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5B0E3-1DEB-4DBE-99CB-BABD72EF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1F6E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1F6EE"/>
                </a:solidFill>
                <a:latin typeface="Arial"/>
                <a:ea typeface="Arial"/>
                <a:cs typeface="Arial"/>
              </a:rPr>
              <a:t>Caja registradora 3D: Wayneer (Sketchfab, CC BY).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096D7-CE43-4D49-ABC2-184F3BBC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8D0C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8D0C7"/>
                </a:solidFill>
                <a:latin typeface="Arial"/>
                <a:ea typeface="Arial"/>
                <a:cs typeface="Arial"/>
              </a:rPr>
              <a:t>Personaje, comida, animación, estantería y lluvia: autores registrados en ASSET_LICENSES.md.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29F31-EAB8-4553-B66D-6ED74BD0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572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3EEA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63EEAA"/>
                </a:solidFill>
                <a:latin typeface="Arial"/>
                <a:ea typeface="Arial"/>
                <a:cs typeface="Arial"/>
              </a:rPr>
              <a:t>El audio provisional se retiró. La selección de sonidos ASMR queda pendiente.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8C3A5-A5FB-481D-9614-621346F3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9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D5D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D5DA"/>
                </a:solidFill>
                <a:latin typeface="Arial"/>
                <a:ea typeface="Arial"/>
                <a:cs typeface="Arial"/>
              </a:rPr>
              <a:t>Entrega local: build Windows, GDD actualizado y capturas de Play Mode.</a:t>
            </a:r>
          </a:p>
        </p:txBody>
      </p:sp>
    </p:spTree>
    <p:extLst>
      <p:ext uri="{BB962C8B-B14F-4D97-AF65-F5344CB8AC3E}">
        <p14:creationId xmlns:p14="http://schemas.microsoft.com/office/powerpoint/2010/main" val="2134891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2026-09-25T21:10:29.6090000Z</dcterms:created>
  <dcterms:modified xsi:type="dcterms:W3CDTF">2026-09-25T21:10:29.6090000Z</dcterms:modified>
</coreProperties>
</file>